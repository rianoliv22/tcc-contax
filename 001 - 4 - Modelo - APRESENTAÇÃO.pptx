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73" r:id="rId5"/>
    <p:sldId id="259" r:id="rId6"/>
    <p:sldId id="262" r:id="rId7"/>
    <p:sldId id="260" r:id="rId8"/>
    <p:sldId id="274" r:id="rId9"/>
    <p:sldId id="261" r:id="rId10"/>
    <p:sldId id="263" r:id="rId11"/>
    <p:sldId id="264" r:id="rId12"/>
    <p:sldId id="265" r:id="rId13"/>
    <p:sldId id="267" r:id="rId14"/>
    <p:sldId id="270" r:id="rId15"/>
    <p:sldId id="268" r:id="rId16"/>
    <p:sldId id="271" r:id="rId17"/>
    <p:sldId id="272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69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2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910A1C-573A-4A9D-96B8-9C2E362E1C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7E4E10B-C757-43BC-83AE-9D15F16612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84F96F6-E855-4995-83A8-E6323D74E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B8D14-B50F-49FE-B520-863D7E4D946B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A4808F-9125-4B0C-AB97-F91C27DA4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EDDA714-EB0D-40B3-9738-09AC0719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3D16-963E-46BE-AFCE-A284DE99A4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4740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3A3D0F-AB0F-4512-9459-489641A0A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00FFAE-F5C8-4895-96D4-2D86A76540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41A8737-8267-4B83-8377-3B9FB4E6B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B8D14-B50F-49FE-B520-863D7E4D946B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519B85-8F61-4AE6-B22E-739AE23DA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E6A982-86B8-4B1D-A102-5659CA49F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3D16-963E-46BE-AFCE-A284DE99A4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608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CAAB7A-FB7E-4358-A64F-E1C6164E7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78236C1-B7B8-42F7-A473-0D9BC3AFFE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625006-7F0B-42AE-93ED-0A6B251E4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B8D14-B50F-49FE-B520-863D7E4D946B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C821449-17D8-47BD-85A7-D77E857C5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FFC7920-5512-4079-8C21-D508C7F5F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3D16-963E-46BE-AFCE-A284DE99A4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4204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8A9AE1-87B0-452E-A9CF-D0C993A5D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7B94FA-6D70-43E8-ACE7-4B1F3B428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5CDB560-03F4-4956-BD77-725D2727E0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D61B0DF-C0E9-494B-B9DC-0F87781A0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B8D14-B50F-49FE-B520-863D7E4D946B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1B1B729-FF2C-43E1-B9EC-03A74C5FF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3F129EF-8EC9-4C11-86C1-F134DF43A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3D16-963E-46BE-AFCE-A284DE99A4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411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69D389-BEE9-42B8-9BD4-0FD4387D3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750704E-A3E4-4243-8763-35C3A68A9A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593FD12-0274-4C9B-89C6-8A94B9A812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A5A7E25-51F3-4E7D-9BE6-B8362004F2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FAECCC8-C941-4561-952A-2A9D34EDC2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63975AC-ADAC-4884-B33D-A124617A9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B8D14-B50F-49FE-B520-863D7E4D946B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8431773-D3CD-4DDB-94CF-1D92D84F4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0C84971-2498-4CB5-A259-7D4ABE9B4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3D16-963E-46BE-AFCE-A284DE99A4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4625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5E8EEC-E500-4E50-8BA9-519832C32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E06DF5B-A97C-4077-9761-0D4A835DA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B8D14-B50F-49FE-B520-863D7E4D946B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61678EA-49C0-4AB8-B33F-B42D69B5E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8E2D8AF-D332-4318-9A13-B25BBB1FE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3D16-963E-46BE-AFCE-A284DE99A4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4127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9DCF10E-248C-415F-BD46-BD9EEC638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B8D14-B50F-49FE-B520-863D7E4D946B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1319F00-FC48-427D-A75F-F4DCE9A03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B53EFCF-E195-4987-9141-04306DE56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3D16-963E-46BE-AFCE-A284DE99A4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4017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8C5080-3632-4197-994C-F22AEAFB6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399E61D-480B-4884-A44B-AFBE7C841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B604D69-71D2-4EF0-A33F-983EBEB6C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3D0B755-DFC4-4351-B775-584A2F0A5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B8D14-B50F-49FE-B520-863D7E4D946B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F9BA670-0B13-42CB-9EB5-ED016B45F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234E600-0C84-4312-A12F-DA5C57CD8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3D16-963E-46BE-AFCE-A284DE99A4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3977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CAE8C7-D871-4FD3-95CE-40AB736A9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B6EF7CF-19DD-4663-8DB0-32AB084C15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37E2F41-F987-4D13-9C6E-D0D5BFD18E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052A776-FF76-4DF4-8D71-1CCDBE35A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B8D14-B50F-49FE-B520-863D7E4D946B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F348B05-3B11-419B-A3D2-AA815CAC5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02DFE67-7F80-417B-90F4-4D39C4F6B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3D16-963E-46BE-AFCE-A284DE99A4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7245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8D359F-945E-40C9-9F9D-FFB11E519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D7A657B-83B0-4902-960F-4C0E087B6B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ED75BA4-80C8-49DF-AC36-28D68F3A4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B8D14-B50F-49FE-B520-863D7E4D946B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A531CF-00E2-47A6-88F0-B8AFFE789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08A77B1-9ADD-48A4-9ACF-B865FE87E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3D16-963E-46BE-AFCE-A284DE99A4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6302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C1264D2-AA56-4D21-A519-BEF6CB2C36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D5EA93F-3201-4DD1-AC8E-C7B9A1C8E1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841A5D4-5496-446F-A324-8046B0350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B8D14-B50F-49FE-B520-863D7E4D946B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B017E60-6C9D-4B67-ACD6-CD6C05838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7261709-BB51-44CB-979E-A68A904EC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3D16-963E-46BE-AFCE-A284DE99A4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0856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F4939E7-E0F1-46F0-9CF9-5B87B64DC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85415B1-C01E-4621-A15C-EDB22AE607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8BF9245-2D6C-4088-AED3-E9D9F2B0D3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DB8D14-B50F-49FE-B520-863D7E4D946B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52EDE23-700F-4580-B308-0006752D87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C85BA75-832C-4E0D-B553-52F63727BF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D83D16-963E-46BE-AFCE-A284DE99A4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0588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A01CC179-CAC3-3AD6-D6E6-D36856FE96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-32084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448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E9AB871-0ABA-3E94-A598-297A604C58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567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8">
            <a:extLst>
              <a:ext uri="{FF2B5EF4-FFF2-40B4-BE49-F238E27FC236}">
                <a16:creationId xmlns:a16="http://schemas.microsoft.com/office/drawing/2014/main" id="{B0E0B3DC-4AE5-9030-8C73-FC377FCA07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90073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7DF52567-A214-8E9C-1864-076D2FC6EB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867334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A4B41BB7-3C81-018B-1292-CD9A207813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</p:spPr>
      </p:pic>
    </p:spTree>
    <p:extLst>
      <p:ext uri="{BB962C8B-B14F-4D97-AF65-F5344CB8AC3E}">
        <p14:creationId xmlns:p14="http://schemas.microsoft.com/office/powerpoint/2010/main" val="2839129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6FB9F7-DA80-482F-AB04-937DD2571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477500" cy="1325563"/>
          </a:xfrm>
        </p:spPr>
        <p:txBody>
          <a:bodyPr/>
          <a:lstStyle/>
          <a:p>
            <a:endParaRPr lang="pt-BR" dirty="0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4097039C-C69D-1091-9FDF-CC75A0A050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264503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B8486E-927A-4C6F-A05F-06DA1563E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71E5E760-1B90-1AFB-AFD7-F20ED3E70B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324343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01B177AD-0C20-0A0F-E418-30AD82905F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86" y="-1"/>
            <a:ext cx="12131614" cy="6858001"/>
          </a:xfrm>
        </p:spPr>
      </p:pic>
    </p:spTree>
    <p:extLst>
      <p:ext uri="{BB962C8B-B14F-4D97-AF65-F5344CB8AC3E}">
        <p14:creationId xmlns:p14="http://schemas.microsoft.com/office/powerpoint/2010/main" val="1692454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EEEA14-C6A6-4B00-A469-875A7CA29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22D398-EF40-4DA5-96D7-563B12B2F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imagem</a:t>
            </a:r>
          </a:p>
        </p:txBody>
      </p:sp>
    </p:spTree>
    <p:extLst>
      <p:ext uri="{BB962C8B-B14F-4D97-AF65-F5344CB8AC3E}">
        <p14:creationId xmlns:p14="http://schemas.microsoft.com/office/powerpoint/2010/main" val="2296893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8AD742-184F-4E1E-B411-915646E4A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4650"/>
            <a:ext cx="10515600" cy="3568700"/>
          </a:xfrm>
        </p:spPr>
        <p:txBody>
          <a:bodyPr/>
          <a:lstStyle/>
          <a:p>
            <a:r>
              <a:rPr lang="pt-BR" dirty="0"/>
              <a:t>Telas do sistema (Título) – de todas as versões do sistema (mobile, web ou desktop)</a:t>
            </a:r>
          </a:p>
        </p:txBody>
      </p:sp>
    </p:spTree>
    <p:extLst>
      <p:ext uri="{BB962C8B-B14F-4D97-AF65-F5344CB8AC3E}">
        <p14:creationId xmlns:p14="http://schemas.microsoft.com/office/powerpoint/2010/main" val="26272412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50DB3008-0BB7-47DC-95CA-9387203DE9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Versão Desktop</a:t>
            </a:r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EDE392CC-11E5-4E2F-812B-C8C3676EF4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47979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FA0DB7-DBE4-4D89-A101-C0A5899C9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Título que representa a imagem do print da tela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A7D2B2-3FFB-4D9F-B09A-31360D7A8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80598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50DB3008-0BB7-47DC-95CA-9387203DE9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Versão WEB</a:t>
            </a:r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EDE392CC-11E5-4E2F-812B-C8C3676EF4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35687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FA0DB7-DBE4-4D89-A101-C0A5899C9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Título que representa a imagem do print da tela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A7D2B2-3FFB-4D9F-B09A-31360D7A8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88178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50DB3008-0BB7-47DC-95CA-9387203DE9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Versão Mobile</a:t>
            </a:r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EDE392CC-11E5-4E2F-812B-C8C3676EF4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37416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FA0DB7-DBE4-4D89-A101-C0A5899C9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Título que representa a imagem do print da tela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A7D2B2-3FFB-4D9F-B09A-31360D7A8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10105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044392-1479-4437-B1B2-FD5B85FE5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Considerações finais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9FB59C-90E4-486F-9879-2F279B22B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Fechamento da apresentação</a:t>
            </a:r>
          </a:p>
          <a:p>
            <a:r>
              <a:rPr lang="pt-BR" dirty="0"/>
              <a:t>Apontar implementações futuras</a:t>
            </a:r>
          </a:p>
        </p:txBody>
      </p:sp>
    </p:spTree>
    <p:extLst>
      <p:ext uri="{BB962C8B-B14F-4D97-AF65-F5344CB8AC3E}">
        <p14:creationId xmlns:p14="http://schemas.microsoft.com/office/powerpoint/2010/main" val="21739996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63</Words>
  <Application>Microsoft Office PowerPoint</Application>
  <PresentationFormat>Widescreen</PresentationFormat>
  <Paragraphs>12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MER</vt:lpstr>
      <vt:lpstr>Telas do sistema (Título) – de todas as versões do sistema (mobile, web ou desktop)</vt:lpstr>
      <vt:lpstr>Versão Desktop</vt:lpstr>
      <vt:lpstr>Título que representa a imagem do print da tela</vt:lpstr>
      <vt:lpstr>Versão WEB</vt:lpstr>
      <vt:lpstr>Título que representa a imagem do print da tela</vt:lpstr>
      <vt:lpstr>Versão Mobile</vt:lpstr>
      <vt:lpstr>Título que representa a imagem do print da tela</vt:lpstr>
      <vt:lpstr>Considerações finais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EWERTON JOSE DA SILVA</dc:creator>
  <cp:lastModifiedBy>RIAN VINICIOS SANTOS OLIVEIRA</cp:lastModifiedBy>
  <cp:revision>6</cp:revision>
  <dcterms:created xsi:type="dcterms:W3CDTF">2021-11-06T11:36:41Z</dcterms:created>
  <dcterms:modified xsi:type="dcterms:W3CDTF">2026-06-11T23:38:11Z</dcterms:modified>
</cp:coreProperties>
</file>